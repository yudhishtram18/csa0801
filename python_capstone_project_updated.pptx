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80" r:id="rId7"/>
    <p:sldId id="260" r:id="rId8"/>
    <p:sldId id="261" r:id="rId9"/>
    <p:sldId id="262" r:id="rId10"/>
    <p:sldId id="275" r:id="rId11"/>
    <p:sldId id="263" r:id="rId12"/>
    <p:sldId id="276" r:id="rId13"/>
    <p:sldId id="264" r:id="rId14"/>
    <p:sldId id="277" r:id="rId15"/>
    <p:sldId id="265" r:id="rId16"/>
    <p:sldId id="278" r:id="rId17"/>
    <p:sldId id="266" r:id="rId18"/>
    <p:sldId id="279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94359" y="1125416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Payroll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59" y="238887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59" y="3010486"/>
            <a:ext cx="7772400" cy="12027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T.K.Vedhavarsan</a:t>
            </a: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(1911260037)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D.A.Yudhisht</a:t>
            </a: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Ram(1921260052)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H.Deva</a:t>
            </a: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(1972260003)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S.Sahana</a:t>
            </a: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(1911260083)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M.Sri</a:t>
            </a: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Harini(1921260088)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programming</a:t>
            </a:r>
            <a:endParaRPr lang="en-US" sz="1500" dirty="0">
              <a:solidFill>
                <a:srgbClr val="5555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 : DR.U.SAMSON EBENEZAR</a:t>
            </a:r>
            <a:endParaRPr lang="en-US" sz="15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441864"/>
            <a:ext cx="8047417" cy="711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18151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7089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Payroll Management System is a software that helps companies calculate and pay employee salaries easily. It also keeps records of attendance, leaves and tax deductions.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8752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453143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Doing payroll by hand takes a lot of time. Mistakes can happen in salary, tax or leave calculations. It is also hard to keep all records in one place.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94749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37419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system does the salary calculation automatically. It uses attendance data, applies tax rules and makes payslips. Everything is stored in one database.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9628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 useful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saves time, reduces errors, follows labour laws and lets both HR and employees see the information they need.</a:t>
            </a: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5078"/>
            <a:ext cx="8047417" cy="801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380744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Calculate salary automatically using attendance, leave and overtime data.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3479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Keep all employee details in one safe place (name, department, salary structure).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39683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Create monthly payslips and useful reports for management.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775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Give different access levels to Admin, HR and normal employees.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890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Reduce time and mistakes compared to doing payroll by hand.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Let employees check their payslips and apply for leave online.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184564"/>
            <a:ext cx="8047417" cy="849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380744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payroll systems and their features - review of commercial and open-source solutions.</a:t>
            </a:r>
            <a:endParaRPr lang="en-US" sz="16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AutoNum type="arabicPeriod"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23159"/>
            <a:ext cx="7863840" cy="4132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AutoNum type="arabicPeriod" startAt="2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patterns for HR and payroll systems - entity-relationship models and best practices.</a:t>
            </a:r>
            <a:endParaRPr lang="en-US" sz="16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AutoNum type="arabicPeriod" startAt="2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39683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  Tax calculation algorithms and compliance - Indian tax rules, PF, ESI and deduction        mechanisms.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70738"/>
            <a:ext cx="7863840" cy="4097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  User authentication and role-based access control in web applications - security best practices.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18604"/>
            <a:ext cx="7863840" cy="173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  Web development frameworks - Python Django/Flask, HTML/CSS/JavaScript for responsive UI design.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356462"/>
            <a:ext cx="7863840" cy="1698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  PDF generation and report creation in web applications - libraries and best practices.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184564"/>
            <a:ext cx="8047417" cy="849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445455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09689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main steps are: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01594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Requirement Analysis – Understand what the system should 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4120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System Design – Make diagrams (ER diagram, DFD) and plan the screens.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6763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Implementation – Write the code for all five modules.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Testing – Check each part and the full system for errors.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01280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Deployment – Install the system and collect feedback.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441864"/>
            <a:ext cx="8047417" cy="81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57316" y="1325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6901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(3 layers)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17188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Presentation Layer – Website screens for Admin and Employees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Application Layer – Logic that calculates salary and applies rules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Data Layer – Database that stores all employee and payroll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144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design 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5186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Database has tables for Employees, Attendance, Leaves, Salary and Payslips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Different users have different access rights (Admin, HR, Employee)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Screens are simple and work on computer and tablet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Data flow: Attendance → Salary calculation → Tax → Payslip → Reports</a:t>
            </a:r>
            <a:endParaRPr lang="en-US" sz="15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441864"/>
            <a:ext cx="8047417" cy="688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40080" y="9829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– Employee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3601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module keeps all information about employees.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4749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Add new employees with name, phone, joining date, department and job title.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0469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Edit or remove employee details when needed.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1617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Assign each employee to a department and designation.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8480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Give different roles: Admin, HR or normal Employee.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Search employees by name, ID or department.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833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See who is active, resigned or on hold.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03" y="1770672"/>
            <a:ext cx="3101609" cy="2702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166" y="1378634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Code:</a:t>
            </a:r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480211" y="1332467"/>
            <a:ext cx="611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Result:</a:t>
            </a:r>
            <a:endParaRPr lang="en-IN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633" y="1714433"/>
            <a:ext cx="4968671" cy="1531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29159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– Attendance &amp; Leave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059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module records who came to work and who took leave.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Mark daily attendance: Present, Absent, Half-day or Late.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289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Employees can apply for leave (casual, sick or earned leave).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403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Manager or HR can approve or reject the leave request.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975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Add company holidays and weekly offs.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547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Record overtime hours for extra pay.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205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Make monthly attendance and leave reports.</a:t>
            </a:r>
            <a:endParaRPr lang="en-US" sz="16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441864"/>
            <a:ext cx="8047417" cy="746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452" y="1301262"/>
            <a:ext cx="5469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Code:</a:t>
            </a:r>
            <a:endParaRPr lang="en-IN" sz="1200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275385" y="1561514"/>
            <a:ext cx="611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Result:</a:t>
            </a:r>
            <a:endParaRPr lang="en-IN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-1" r="-13390"/>
          <a:stretch>
            <a:fillRect/>
          </a:stretch>
        </p:blipFill>
        <p:spPr>
          <a:xfrm>
            <a:off x="533819" y="1797435"/>
            <a:ext cx="3573947" cy="18109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r="12359"/>
          <a:stretch>
            <a:fillRect/>
          </a:stretch>
        </p:blipFill>
        <p:spPr>
          <a:xfrm>
            <a:off x="4651506" y="1936936"/>
            <a:ext cx="4274446" cy="10516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40080" y="1109941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– Payroll 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18017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main part that calculates the salary every month.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1191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Set salary structure: Basic pay, HRA, DA and other allowances.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27143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System calculates gross and net salary using attendance days.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2455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Add bonus or special payments when needed.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1845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Handle salary for people who joined or left in the middle of the month.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81234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Run payroll for the selected month after attendance is locked.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Track if salary is pending, processed or already paid.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5078"/>
            <a:ext cx="8047417" cy="7039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471" y="1392702"/>
            <a:ext cx="5469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Code:</a:t>
            </a:r>
            <a:endParaRPr lang="en-IN" sz="1200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874455" y="1526345"/>
            <a:ext cx="6115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Result:</a:t>
            </a:r>
            <a:endParaRPr lang="en-IN" sz="1200" dirty="0"/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r="9184"/>
          <a:stretch>
            <a:fillRect/>
          </a:stretch>
        </p:blipFill>
        <p:spPr>
          <a:xfrm>
            <a:off x="456504" y="1854242"/>
            <a:ext cx="3060420" cy="23871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245" y="1912506"/>
            <a:ext cx="4892464" cy="1836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279721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4 – Tax &amp; Deductions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8571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module calculates all money that must be cut from salary.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8840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Provident Fund (PF) – Employee and company contribution.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82534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ESI – Insurance deduction for eligible employees.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1423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Professional Tax – As per state rules.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08131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Income Tax (TDS) – Monthly tax based on salary and tax slabs.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547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Loan or advance recovery – Cut EMI from salary if any.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31091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Other deductions – Insurance, union fee or any custom cut.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5078"/>
            <a:ext cx="8047417" cy="8017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129" y="1420837"/>
            <a:ext cx="5469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Code:</a:t>
            </a:r>
            <a:endParaRPr lang="en-IN" sz="1200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097635" y="1461994"/>
            <a:ext cx="6115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Result:</a:t>
            </a:r>
            <a:endParaRPr lang="en-IN" sz="1200" dirty="0"/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7" y="1738993"/>
            <a:ext cx="3551228" cy="2171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35" y="1977712"/>
            <a:ext cx="4930567" cy="17783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40080" y="114651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5 – Reports &amp; Payslips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40645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module makes payslips and reports that people can download.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2047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Create monthly payslip showing earnings, deductions and net pay (PDF).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4074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Department-wise salary reports for management.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9442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Yearly tax summary and help for Form-16.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Attendance summary linked to payroll.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8176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Export reports to PDF or Excel.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748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Employees can log in and download their own payslips anytime.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5078"/>
            <a:ext cx="8047417" cy="7155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52390"/>
            <a:ext cx="8047417" cy="682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129" y="1315329"/>
            <a:ext cx="7296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Code:</a:t>
            </a:r>
            <a:endParaRPr lang="en-IN" sz="1200" dirty="0"/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029200" y="1399735"/>
            <a:ext cx="6115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Result:</a:t>
            </a:r>
            <a:endParaRPr lang="en-IN" sz="1200" dirty="0"/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9" y="1676734"/>
            <a:ext cx="4339042" cy="30640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762" y="1705947"/>
            <a:ext cx="4953429" cy="26339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93268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36663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79563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/>
            <a:r>
              <a:rPr lang="en-IN" sz="1600" dirty="0"/>
              <a:t>Backend → Python (Django / Flask)</a:t>
            </a:r>
            <a:endParaRPr lang="en-IN" sz="1600" dirty="0"/>
          </a:p>
          <a:p>
            <a:pPr lvl="0"/>
            <a:r>
              <a:rPr lang="en-IN" sz="1600" dirty="0"/>
              <a:t>Database → MySQL / SQLite</a:t>
            </a:r>
            <a:endParaRPr lang="en-IN" sz="1600" dirty="0"/>
          </a:p>
          <a:p>
            <a:pPr lvl="0"/>
            <a:r>
              <a:rPr lang="en-IN" sz="1600" dirty="0"/>
              <a:t>Tools → VS Code, Git, Pip</a:t>
            </a:r>
            <a:endParaRPr lang="en-IN" sz="1600" dirty="0"/>
          </a:p>
          <a:p>
            <a:pPr lvl="0"/>
            <a:r>
              <a:rPr lang="en-IN" sz="1600" dirty="0"/>
              <a:t>References also updated with Django &amp; Flask docs</a:t>
            </a:r>
            <a:endParaRPr lang="en-IN" sz="16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1123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7863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Login page with different roles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Add / edit / delete employee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Attendance and leave approval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Automatic salary calculation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PDF payslip generation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Reports for admin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Form validation and error messages</a:t>
            </a:r>
            <a:endParaRPr lang="en-US" sz="15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5078"/>
            <a:ext cx="8047417" cy="6308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0748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723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8595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Salary calculation was correct and matched manual checking.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Payroll work that took days now takes only a few hours.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Mistakes in data entry and calculation became very less.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HR and employees found the system easy to use.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775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shows that computer-based payroll is faster and more accurate than doing it by hand. Connecting attendance to salary calculation is the most important part. Different login levels keep salary data safe.</a:t>
            </a:r>
            <a:endParaRPr lang="en-US" sz="15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435" y="184902"/>
            <a:ext cx="8047417" cy="7637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141241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7996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Salary rules are complex – many components and different formulas.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78501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Connecting attendance status correctly to salary days.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Tax calculation with different slabs and PF / ESI rules.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82583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Keeping employee and salary data secure.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0308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Making clean PDF payslips that look good when printed.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0600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Helping non-technical staff shift from Excel to the new system.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271292"/>
            <a:ext cx="8047417" cy="8453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40080" y="106738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2161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Works for one company only (not multi-company).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04646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No mobile app – only website that works on phone browser.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6475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Tax rules are basic; very complex cases are not covered.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720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No live connection with biometric machines yet.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1012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Needs internet – does not work offline.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1304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Reports are simple; advanced graphs and predictions are missing.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178165"/>
            <a:ext cx="8047417" cy="8171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640080" y="114519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8113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Make a mobile app for attendance and payslip download.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9388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Connect directly with biometric attendance machines.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7175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Add better charts and salary trend reports.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403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Support multiple companies in one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433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Use AI to find mistakes in payroll automatically.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462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Put the system on cloud and connect with accounting software.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03" y="223883"/>
            <a:ext cx="8047417" cy="7538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457200" y="139973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67487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Employee Payroll Management System makes salary work easy, fast and accurate. It reduces mistakes and saves time for the HR team.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55973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77075"/>
            <a:ext cx="78638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All main goals of the project were achieved.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The system can be used in real companies to reduce manual work.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We learned full-stack development, database design and testing.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With future improvements it can become a complete payroll product.</a:t>
            </a:r>
            <a:endParaRPr lang="en-US" sz="15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62" y="232325"/>
            <a:ext cx="8047417" cy="9493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9101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9643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Pressman, R. S. – Software Engineering: A Practitioner’s Approach.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25403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Elmasri &amp; Navathe – Fundamentals of Database Systems.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91163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Sommerville, I. – Software Engineering (10th Edition).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31953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Ministry of Labour &amp; Employment, Government of India.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38629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Income Tax Department of India – TDS Rules.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2888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Bootstrap Documentation – getbootstrap.com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1036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MySQL Official Documentation – dev.mysql.com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7612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PHP / Node.js Official Documentation.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0228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IEEE 830 – Software Requirements Specification.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5770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Research papers on payroll systems from IEEE / Google Scholar.</a:t>
            </a:r>
            <a:endParaRPr lang="en-US" sz="1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571" y="270873"/>
            <a:ext cx="8047417" cy="7116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7755</Words>
  <Application>WPS Presentation</Application>
  <PresentationFormat>On-screen Show (16:9)</PresentationFormat>
  <Paragraphs>305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Management System</dc:title>
  <dc:creator>Student</dc:creator>
  <dc:subject>Capstone Project</dc:subject>
  <cp:lastModifiedBy>Vedha Varsan</cp:lastModifiedBy>
  <cp:revision>6</cp:revision>
  <dcterms:created xsi:type="dcterms:W3CDTF">2026-08-31T15:28:00Z</dcterms:created>
  <dcterms:modified xsi:type="dcterms:W3CDTF">2026-09-01T03:43:34Z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E4BA488BE03C4377B422750D17EF22FA_12</vt:lpwstr>
  </property>
  <property fmtid="{D5CDD505-2E9C-101B-9397-08002B2CF9AE}" pid="3" name="KSOProductBuildVer">
    <vt:lpwstr>1033-12.1.0.28032</vt:lpwstr>
  </property>
</Properties>
</file>